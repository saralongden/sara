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866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866900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813560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802130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TRAVIS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MATHEW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145161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blue-d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548" y="7429500"/>
            <a:ext cx="1993255" cy="2971651"/>
          </a:xfrm>
          <a:prstGeom prst="rect">
            <a:avLst/>
          </a:prstGeom>
        </p:spPr>
      </p:pic>
      <p:pic>
        <p:nvPicPr>
          <p:cNvPr id="21" name="Picture 20" descr="02-blue-ski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7800231"/>
            <a:ext cx="2781300" cy="2230338"/>
          </a:xfrm>
          <a:prstGeom prst="rect">
            <a:avLst/>
          </a:prstGeom>
        </p:spPr>
      </p:pic>
      <p:pic>
        <p:nvPicPr>
          <p:cNvPr id="22" name="Picture 21" descr="05-white-quarter-z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570" y="7429500"/>
            <a:ext cx="1554212" cy="2971651"/>
          </a:xfrm>
          <a:prstGeom prst="rect">
            <a:avLst/>
          </a:prstGeom>
        </p:spPr>
      </p:pic>
      <p:pic>
        <p:nvPicPr>
          <p:cNvPr id="23" name="Picture 22" descr="06-charcoal-quarter-z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321" y="11068199"/>
            <a:ext cx="1427708" cy="2971502"/>
          </a:xfrm>
          <a:prstGeom prst="rect">
            <a:avLst/>
          </a:prstGeom>
        </p:spPr>
      </p:pic>
      <p:pic>
        <p:nvPicPr>
          <p:cNvPr id="24" name="Picture 23" descr="04-navy-sk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1473" y="11068199"/>
            <a:ext cx="1186904" cy="2971502"/>
          </a:xfrm>
          <a:prstGeom prst="rect">
            <a:avLst/>
          </a:prstGeom>
        </p:spPr>
      </p:pic>
      <p:pic>
        <p:nvPicPr>
          <p:cNvPr id="25" name="Picture 24" descr="07-white-sk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814" y="11068199"/>
            <a:ext cx="1171873" cy="2971502"/>
          </a:xfrm>
          <a:prstGeom prst="rect">
            <a:avLst/>
          </a:prstGeom>
        </p:spPr>
      </p:pic>
      <p:pic>
        <p:nvPicPr>
          <p:cNvPr id="26" name="Picture 25" descr="08-mint-pol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5609" y="14706600"/>
            <a:ext cx="1691134" cy="2971651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91000" y="14516100"/>
            <a:ext cx="6381750" cy="335280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5300" y="14630400"/>
            <a:ext cx="6153150" cy="312420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1000" y="15516225"/>
            <a:ext cx="6381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TRAVISMATHEW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0" y="15878175"/>
            <a:ext cx="6381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