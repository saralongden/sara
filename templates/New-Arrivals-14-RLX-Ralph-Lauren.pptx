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RLX</a:t>
            </a:r>
            <a:r>
              <a:rPr sz="2850" b="0" i="0" spc="1425">
                <a:solidFill>
                  <a:srgbClr val="293349"/>
                </a:solidFill>
                <a:latin typeface="Montserrat"/>
              </a:rPr>
              <a:t> RALPH LAUREN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RLX RALPH LAUREN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