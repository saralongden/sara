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430000" cy="17430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17430750"/>
          </a:xfrm>
          <a:prstGeom prst="rect">
            <a:avLst/>
          </a:prstGeom>
          <a:gradFill rotWithShape="1">
            <a:gsLst>
              <a:gs pos="0">
                <a:srgbClr val="EDE4DB"/>
              </a:gs>
              <a:gs pos="55000">
                <a:srgbClr val="F7F2EC"/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6700" y="266700"/>
            <a:ext cx="10896600" cy="16897350"/>
          </a:xfrm>
          <a:prstGeom prst="rect">
            <a:avLst/>
          </a:prstGeom>
          <a:noFill/>
          <a:ln w="9525">
            <a:solidFill>
              <a:srgbClr val="CDB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3850" y="323850"/>
            <a:ext cx="10782300" cy="16783050"/>
          </a:xfrm>
          <a:prstGeom prst="rect">
            <a:avLst/>
          </a:prstGeom>
          <a:noFill/>
          <a:ln w="9525">
            <a:solidFill>
              <a:srgbClr val="E4D8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mgc-logo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125" y="800100"/>
            <a:ext cx="4095750" cy="126340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977580" y="2749302"/>
            <a:ext cx="666750" cy="9525"/>
          </a:xfrm>
          <a:prstGeom prst="rect">
            <a:avLst/>
          </a:prstGeom>
          <a:solidFill>
            <a:srgbClr val="C9B4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85670" y="2749302"/>
            <a:ext cx="666750" cy="9525"/>
          </a:xfrm>
          <a:prstGeom prst="rect">
            <a:avLst/>
          </a:prstGeom>
          <a:solidFill>
            <a:srgbClr val="C9B4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2663577"/>
            <a:ext cx="1143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75" b="1" i="0" spc="487">
                <a:solidFill>
                  <a:srgbClr val="293349"/>
                </a:solidFill>
                <a:latin typeface="Montserrat"/>
              </a:rPr>
              <a:t>IN STORE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3073152"/>
            <a:ext cx="11430000" cy="12686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100" b="0" i="0">
                <a:solidFill>
                  <a:srgbClr val="AF8A53"/>
                </a:solidFill>
                <a:latin typeface="Libre Caslon Display"/>
              </a:rPr>
              <a:t>New Arrivals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4513213"/>
            <a:ext cx="1143000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0" i="1">
                <a:solidFill>
                  <a:srgbClr val="293349"/>
                </a:solidFill>
                <a:latin typeface="Libre Caslon Text"/>
              </a:rPr>
              <a:t>The Women’s Collection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265688"/>
            <a:ext cx="11430000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50" b="1" i="0" spc="1425">
                <a:solidFill>
                  <a:srgbClr val="293349"/>
                </a:solidFill>
                <a:latin typeface="Montserrat"/>
              </a:rPr>
              <a:t>A.</a:t>
            </a:r>
            <a:r>
              <a:rPr sz="2850" b="0" i="0" spc="1425">
                <a:solidFill>
                  <a:srgbClr val="293349"/>
                </a:solidFill>
                <a:latin typeface="Montserrat"/>
              </a:rPr>
              <a:t> PUTNAM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846713"/>
            <a:ext cx="1143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75" b="0" i="0" spc="438">
                <a:solidFill>
                  <a:srgbClr val="AF8A53"/>
                </a:solidFill>
                <a:latin typeface="Libre Caslon Text"/>
              </a:rPr>
              <a:t>SPRING · SUMMER ’26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7250" y="723900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91000" y="723900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24750" y="723900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7250" y="1087755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91000" y="1087755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24750" y="1087755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roduct image 1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7429500"/>
            <a:ext cx="2781300" cy="2971800"/>
          </a:xfrm>
          <a:prstGeom prst="rect">
            <a:avLst/>
          </a:prstGeom>
        </p:spPr>
      </p:pic>
      <p:pic>
        <p:nvPicPr>
          <p:cNvPr id="20" name="Product image 2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350" y="7429500"/>
            <a:ext cx="2781300" cy="2971800"/>
          </a:xfrm>
          <a:prstGeom prst="rect">
            <a:avLst/>
          </a:prstGeom>
        </p:spPr>
      </p:pic>
      <p:pic>
        <p:nvPicPr>
          <p:cNvPr id="21" name="Product image 3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0" y="7429500"/>
            <a:ext cx="2781300" cy="2971800"/>
          </a:xfrm>
          <a:prstGeom prst="rect">
            <a:avLst/>
          </a:prstGeom>
        </p:spPr>
      </p:pic>
      <p:pic>
        <p:nvPicPr>
          <p:cNvPr id="22" name="Product image 4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11068050"/>
            <a:ext cx="2781300" cy="2971800"/>
          </a:xfrm>
          <a:prstGeom prst="rect">
            <a:avLst/>
          </a:prstGeom>
        </p:spPr>
      </p:pic>
      <p:pic>
        <p:nvPicPr>
          <p:cNvPr id="23" name="Product image 5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350" y="11068050"/>
            <a:ext cx="2781300" cy="2971800"/>
          </a:xfrm>
          <a:prstGeom prst="rect">
            <a:avLst/>
          </a:prstGeom>
        </p:spPr>
      </p:pic>
      <p:pic>
        <p:nvPicPr>
          <p:cNvPr id="24" name="Product image 6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0" y="11068050"/>
            <a:ext cx="2781300" cy="297180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857250" y="14516100"/>
            <a:ext cx="9715500" cy="2000250"/>
          </a:xfrm>
          <a:prstGeom prst="rect">
            <a:avLst/>
          </a:prstGeom>
          <a:solidFill>
            <a:srgbClr val="AF8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1550" y="14630400"/>
            <a:ext cx="9486900" cy="1771650"/>
          </a:xfrm>
          <a:prstGeom prst="rect">
            <a:avLst/>
          </a:prstGeom>
          <a:noFill/>
          <a:ln w="9525">
            <a:solidFill>
              <a:srgbClr val="D7C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7250" y="14954250"/>
            <a:ext cx="9715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75" b="0" i="0" spc="573">
                <a:solidFill>
                  <a:srgbClr val="FFFDFA"/>
                </a:solidFill>
                <a:latin typeface="Montserrat"/>
              </a:rPr>
              <a:t>A. PUTNAM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7250" y="15259050"/>
            <a:ext cx="97155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50" b="0" i="1">
                <a:solidFill>
                  <a:srgbClr val="FFFDFA"/>
                </a:solidFill>
                <a:latin typeface="Libre Caslon Text"/>
              </a:rPr>
              <a:t>Discover</a:t>
            </a:r>
          </a:p>
          <a:p>
            <a:pPr algn="ctr"/>
            <a:r>
              <a:rPr sz="3750" b="0" i="0">
                <a:solidFill>
                  <a:srgbClr val="FFFDFA"/>
                </a:solidFill>
                <a:latin typeface="Libre Caslon Display"/>
              </a:rPr>
              <a:t>the full collection in store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